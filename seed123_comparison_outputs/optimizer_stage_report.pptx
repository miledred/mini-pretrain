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validation loss</c:v>
                </c:pt>
              </c:strCache>
            </c:strRef>
          </c:tx>
          <c:spPr>
            <a:solidFill>
              <a:srgbClr val="1C6CA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AdamW s42</c:v>
                  </c:pt>
                  <c:pt idx="1">
                    <c:v>AdamW s123</c:v>
                  </c:pt>
                  <c:pt idx="2">
                    <c:v>Muon s42</c:v>
                  </c:pt>
                  <c:pt idx="3">
                    <c:v>Muon s123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5.1682</c:v>
                </c:pt>
                <c:pt idx="1">
                  <c:v>5.1775</c:v>
                </c:pt>
                <c:pt idx="2">
                  <c:v>5.1705</c:v>
                </c:pt>
                <c:pt idx="3">
                  <c:v>5.2982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1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validation PPL</c:v>
                </c:pt>
              </c:strCache>
            </c:strRef>
          </c:tx>
          <c:spPr>
            <a:solidFill>
              <a:srgbClr val="F28E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AdamW s42</c:v>
                  </c:pt>
                  <c:pt idx="1">
                    <c:v>AdamW s123</c:v>
                  </c:pt>
                  <c:pt idx="2">
                    <c:v>Muon s42</c:v>
                  </c:pt>
                  <c:pt idx="3">
                    <c:v>Muon s123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175.6</c:v>
                </c:pt>
                <c:pt idx="1">
                  <c:v>177.24</c:v>
                </c:pt>
                <c:pt idx="2">
                  <c:v>175.99</c:v>
                </c:pt>
                <c:pt idx="3">
                  <c:v>199.98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46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60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D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阶段实验总结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" y="15087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与 Muon 优化器对比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95528" y="22860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Pretrain · L8/H8/D512 · WikiText · 10k/50k experiments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本阶段重点：建立可复现实验闭环，比较优化质量、训练动态与系统效率。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6C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阶段产出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93192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本阶段完成了完整的优化器实验闭环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baseline 到 Muon 接入，再到调参、AdamW 对照和 seed 复现实验。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353312"/>
            <a:ext cx="530352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 GPT-style mini pretraining 工程：数据预处理、训练/验证、checkpoint、TensorBoard、CSV 日志。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 custom AdamW，并接入 Muon + auxiliary AdamW 的参数分组策略。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训练入口支持命令行覆盖 config、seed 控制、10k/50k 快速复现实验。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生成多指标对比图：loss、PPL、lr、grad_norm、update_norm/ratio、tok/s、GPU memory。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完成主实验和双随机种子实验，形成阶段性结论和下一步诊断计划。</a:t>
            </a:r>
            <a:endParaRPr lang="en-US" sz="1200" dirty="0"/>
          </a:p>
        </p:txBody>
      </p:sp>
      <p:pic>
        <p:nvPicPr>
          <p:cNvPr id="6" name="Image 0" descr="/mnt/data/phase2_montage.png">    </p:cNvPr>
          <p:cNvPicPr>
            <a:picLocks noChangeAspect="1"/>
          </p:cNvPicPr>
          <p:nvPr/>
        </p:nvPicPr>
        <p:blipFill>
          <a:blip r:embed="rId1"/>
          <a:srcRect l="0" r="0" t="21719" b="21719"/>
          <a:stretch/>
        </p:blipFill>
        <p:spPr>
          <a:xfrm>
            <a:off x="6400800" y="1188720"/>
            <a:ext cx="4937760" cy="4251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0" y="5577840"/>
            <a:ext cx="47548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右侧为阶段中自动生成的对比图集合。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Optimizer Study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6C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实验设置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93192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统一训练设置：固定模型与数据，观察优化器差异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当前实验不是大模型效果评测，而是优化器行为分析。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512064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           Setting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         L8 / H8 / D512, ~51.08M params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Batch/context  batch_size=8, block_size=256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       10k ablation + 50k main runs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       WikiText → train.bin / val.bin, memmap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        loss, PPL, lr, grad/update norm, tok/s, memory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      warmup + cosine decay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Optimizers     custom AdamW; Muon + aux AdamW</a:t>
            </a:r>
            <a:endParaRPr lang="en-US" sz="1010" dirty="0"/>
          </a:p>
        </p:txBody>
      </p:sp>
      <p:pic>
        <p:nvPicPr>
          <p:cNvPr id="6" name="Image 0" descr="/mnt/data/lr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743964"/>
            <a:ext cx="5120640" cy="2958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0" y="5532120"/>
            <a:ext cx="4892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注意：Muon 7.5e-4 使用更高 peak LR，报告中必须显式区分。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Optimizer Study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6C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实验路径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93192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实验路径：逐步定位从“能跑”到“是否稳定有效”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每一步都围绕一个具体问题：收敛、更新尺度、对照公平性和可复现性。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10744200" cy="3886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            Question           Result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AdamW baseline    训练框架是否可靠？          loss/PPL 可下降，日志与 checkpoint 正常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Muon integration  自定义 Muon 能否接入？     参数分组、update stats、命令行训练可用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Muon LR tuning    Muon 的有效 LR 在哪里？   1.5e-4 偏弱；7.5e-4 接近 AdamW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AdamW ablation    baseline LR 是否合理？  5e-4 是更强 AdamW baseline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 check        结论是否可复现？           AdamW 稳；Muon 仍有 seed 敏感性</a:t>
            </a:r>
            <a:endParaRPr lang="en-US" sz="1030" dirty="0"/>
          </a:p>
        </p:txBody>
      </p:sp>
      <p:sp>
        <p:nvSpPr>
          <p:cNvPr id="6" name="Text 4"/>
          <p:cNvSpPr/>
          <p:nvPr/>
        </p:nvSpPr>
        <p:spPr>
          <a:xfrm>
            <a:off x="777240" y="5577840"/>
            <a:ext cx="105156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核心能力展示：不是只跑一次结果，而是能通过多指标逐步解释优化器行为。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Optimizer Study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6C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Phase 1 baseline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93192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baseline：证明训练管线与监控体系可靠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这是后续 Muon 实验的参照点。</a:t>
            </a:r>
            <a:endParaRPr lang="en-US" sz="1050" dirty="0"/>
          </a:p>
        </p:txBody>
      </p:sp>
      <p:pic>
        <p:nvPicPr>
          <p:cNvPr id="5" name="Image 0" descr="/mnt/data/phase1_montage.png">    </p:cNvPr>
          <p:cNvPicPr>
            <a:picLocks noChangeAspect="1"/>
          </p:cNvPicPr>
          <p:nvPr/>
        </p:nvPicPr>
        <p:blipFill>
          <a:blip r:embed="rId1"/>
          <a:srcRect l="0" r="0" t="8051" b="8051"/>
          <a:stretch/>
        </p:blipFill>
        <p:spPr>
          <a:xfrm>
            <a:off x="685800" y="1170432"/>
            <a:ext cx="6537960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463040"/>
            <a:ext cx="388620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训练/验证 loss 能持续下降，说明数据、模型和反向传播链路正常。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显存和吞吐量指标稳定，适合本地单卡做优化器迭代。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采样输出仍有重复 token，因此主评估仍以 validation loss/PPL 为准。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建立了可复用的 plotting 与 reporting 流程。</a:t>
            </a:r>
            <a:endParaRPr lang="en-US" sz="1120" dirty="0"/>
          </a:p>
        </p:txBody>
      </p:sp>
      <p:sp>
        <p:nvSpPr>
          <p:cNvPr id="7" name="Text 4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Optimizer Study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6C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Muon 调参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93192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调参：7.5e-4 明显优于 1.5e-4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的关键诊断是有效更新尺度，而不只是 learning rate 数值。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539496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         Peak LR  Best val loss  Best PPL  Median tok/s  Memory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Muon 1.5e-4  1.5e-4   5.6711         290.34    13.56k        3070MB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Muon 7.5e-4  7.5e-4   5.1705         175.99    14.51k        3070MB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93776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1.5e-4 明显欠更新，50k 后仍落后。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7.5e-4 提高 update_norm/update_ratio 后，验证损失接近 AdamW。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需要同时看 lr、update_norm、update_ratio 才能判断是否有效。</a:t>
            </a:r>
            <a:endParaRPr lang="en-US" sz="1120" dirty="0"/>
          </a:p>
        </p:txBody>
      </p:sp>
      <p:pic>
        <p:nvPicPr>
          <p:cNvPr id="7" name="Image 0" descr="/mnt/data/val_loss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2851" y="1143000"/>
            <a:ext cx="3956538" cy="2286000"/>
          </a:xfrm>
          <a:prstGeom prst="rect">
            <a:avLst/>
          </a:prstGeom>
        </p:spPr>
      </p:pic>
      <p:pic>
        <p:nvPicPr>
          <p:cNvPr id="8" name="Image 1" descr="/mnt/data/val_ppl_compari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851" y="3675888"/>
            <a:ext cx="3956538" cy="2286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Optimizer Study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6C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AdamW 对照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93192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也完成了 LR 消融：5e-4 是更强 baseline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避免拿弱 AdamW 与强 Muon 进行不公平比较。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502920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AdamW 10k LR  Best loss  Best PPL  Readout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1.5e-4        6.0577     427.40    too slow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3e-4          5.9537     385.18    usable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5e-4          5.9412     380.40    best at 10k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7.5e-4        5.9675     390.52    slightly high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6CA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5.1682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46634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5e-4 / 50k best val loss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3246120" y="406908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6CA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175.60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46120" y="4663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5e-4 / best PPL</a:t>
            </a:r>
            <a:endParaRPr lang="en-US" sz="920" dirty="0"/>
          </a:p>
        </p:txBody>
      </p:sp>
      <p:pic>
        <p:nvPicPr>
          <p:cNvPr id="10" name="Image 0" descr="/mnt/data/train_loss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822196"/>
            <a:ext cx="5166360" cy="29850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Optimizer Study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6C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双 seed 主结果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93192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最终阶段结果：AdamW 更稳，Muon 有潜力但方差更大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最严谨结论：Muon seed42 可持平 AdamW；Muon seed123 明显退化。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1120140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           Peak LR  Best loss  Best PPL  Last200 train  Median tok/s  Memory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AdamW seed42   5e-4     5.1682     175.60    5.2374         18.26k        3174MB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AdamW seed123  5e-4     5.1775     177.24    5.2437         18.16k        3174MB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Muon seed42    7.5e-4   5.1705     175.99    5.2440         14.51k        3070MB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Muon seed123   7.5e-4   5.2982     199.98    5.3994         13.71k        3070MB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51560" y="434340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57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≈13.7×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4937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跨 seed val-loss range / AdamW range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846320" y="434340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8E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−22.5%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846320" y="4937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平均吞吐量 vs AdamW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8366760" y="434340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9A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−3.28%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366760" y="4937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峰值显存 vs AdamW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Optimizer Study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6C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主指标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93192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验证指标：seed42 持平，seed123 暴露稳定性问题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best step 都在 50k，未观察到明显验证反弹。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118872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 validation loss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" y="1417320"/>
          <a:ext cx="48920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400800" y="118872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 validation PPL</a:t>
            </a:r>
            <a:endParaRPr lang="en-US" sz="10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400800" y="1417320"/>
          <a:ext cx="48920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822960" y="5532120"/>
            <a:ext cx="10332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seed42 与 AdamW seed42 的 loss 差距只有 0.0023；Muon seed123 比 AdamW seed123 高 0.1207，说明当前配置下稳定性仍需解释。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Optimizer Study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6C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· 动态诊断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93192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训练动态与更新统计：解释优化器行为的关键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的 performance 主要受有效更新尺度影响。</a:t>
            </a:r>
            <a:endParaRPr lang="en-US" sz="1050" dirty="0"/>
          </a:p>
        </p:txBody>
      </p:sp>
      <p:pic>
        <p:nvPicPr>
          <p:cNvPr id="5" name="Image 0" descr="/mnt/data/train_loss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407" y="1234440"/>
            <a:ext cx="3719146" cy="2148840"/>
          </a:xfrm>
          <a:prstGeom prst="rect">
            <a:avLst/>
          </a:prstGeom>
        </p:spPr>
      </p:pic>
      <p:pic>
        <p:nvPicPr>
          <p:cNvPr id="6" name="Image 1" descr="/mnt/data/grad_norm_compari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8687" y="1234440"/>
            <a:ext cx="3719146" cy="2148840"/>
          </a:xfrm>
          <a:prstGeom prst="rect">
            <a:avLst/>
          </a:prstGeom>
        </p:spPr>
      </p:pic>
      <p:pic>
        <p:nvPicPr>
          <p:cNvPr id="7" name="Image 2" descr="/mnt/data/update_norm_comparis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407" y="3703320"/>
            <a:ext cx="3719146" cy="2148840"/>
          </a:xfrm>
          <a:prstGeom prst="rect">
            <a:avLst/>
          </a:prstGeom>
        </p:spPr>
      </p:pic>
      <p:pic>
        <p:nvPicPr>
          <p:cNvPr id="8" name="Image 3" descr="/mnt/data/update_ratio_comparis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8687" y="3703320"/>
            <a:ext cx="3719146" cy="214884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Optimizer Study</a:t>
            </a:r>
            <a:endParaRPr lang="en-US" sz="850" dirty="0"/>
          </a:p>
        </p:txBody>
      </p:sp>
      <p:sp>
        <p:nvSpPr>
          <p:cNvPr id="10" name="Text 4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6C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· 效率成本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93192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效率：Muon 节省少量显存，但吞吐量更低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因此后续不能只看 loss，也要报告训练成本。</a:t>
            </a:r>
            <a:endParaRPr lang="en-US" sz="1050" dirty="0"/>
          </a:p>
        </p:txBody>
      </p:sp>
      <p:pic>
        <p:nvPicPr>
          <p:cNvPr id="5" name="Image 0" descr="/mnt/data/tokens_per_sec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32204"/>
            <a:ext cx="5349240" cy="3090672"/>
          </a:xfrm>
          <a:prstGeom prst="rect">
            <a:avLst/>
          </a:prstGeom>
        </p:spPr>
      </p:pic>
      <p:pic>
        <p:nvPicPr>
          <p:cNvPr id="6" name="Image 1" descr="/mnt/data/max_memory_compari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555825"/>
            <a:ext cx="4892040" cy="28776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5440680"/>
            <a:ext cx="104241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7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平均约 18.2k tok/s；Muon 平均约 14.1k tok/s。</a:t>
            </a:r>
            <a:endParaRPr lang="en-US" sz="1070" dirty="0"/>
          </a:p>
          <a:p>
            <a:pPr marL="127000" indent="-127000">
              <a:buSzPct val="100000"/>
              <a:buChar char="•"/>
            </a:pPr>
            <a:r>
              <a:rPr lang="en-US" sz="107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峰值显存约 3070MB，AdamW 约 3174MB，节省约 104MB。</a:t>
            </a:r>
            <a:endParaRPr lang="en-US" sz="1070" dirty="0"/>
          </a:p>
          <a:p>
            <a:pPr marL="127000" indent="-127000">
              <a:buSzPct val="100000"/>
              <a:buChar char="•"/>
            </a:pPr>
            <a:r>
              <a:rPr lang="en-US" sz="107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 Muon 的质量收益不足以完全抵消吞吐量损失。</a:t>
            </a:r>
            <a:endParaRPr lang="en-US" sz="1070" dirty="0"/>
          </a:p>
        </p:txBody>
      </p:sp>
      <p:sp>
        <p:nvSpPr>
          <p:cNvPr id="8" name="Text 4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Optimizer Study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6C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· 结论与下一步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93192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阶段性结论与下一阶段计划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当前应先解释 Muon 的 seed 敏感性，再扩展到更多优化器。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571500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4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 1：AdamW 5e-4 是当前最稳 baseline，双 seed best val loss 分别为 5.1682 / 5.1775。</a:t>
            </a:r>
            <a:endParaRPr lang="en-US" sz="1140" dirty="0"/>
          </a:p>
          <a:p>
            <a:pPr marL="127000" indent="-127000">
              <a:buSzPct val="100000"/>
              <a:buChar char="•"/>
            </a:pPr>
            <a:r>
              <a:rPr lang="en-US" sz="114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 2：Muon 7.5e-4 在 seed42 可打平 AdamW，但 seed123 退化到 5.2982。</a:t>
            </a:r>
            <a:endParaRPr lang="en-US" sz="1140" dirty="0"/>
          </a:p>
          <a:p>
            <a:pPr marL="127000" indent="-127000">
              <a:buSzPct val="100000"/>
              <a:buChar char="•"/>
            </a:pPr>
            <a:r>
              <a:rPr lang="en-US" sz="114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 3：Muon 显存略优，但吞吐量低约 20%+，需要质量收益来抵消成本。</a:t>
            </a:r>
            <a:endParaRPr lang="en-US" sz="1140" dirty="0"/>
          </a:p>
          <a:p>
            <a:pPr marL="127000" indent="-127000">
              <a:buSzPct val="100000"/>
              <a:buChar char="•"/>
            </a:pPr>
            <a:r>
              <a:rPr lang="en-US" sz="114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 P0：diff 两个 Muon run 的 config.json 与 optimizer summary，确认只改变 seed。</a:t>
            </a:r>
            <a:endParaRPr lang="en-US" sz="1140" dirty="0"/>
          </a:p>
          <a:p>
            <a:pPr marL="127000" indent="-127000">
              <a:buSzPct val="100000"/>
              <a:buChar char="•"/>
            </a:pPr>
            <a:r>
              <a:rPr lang="en-US" sz="114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 P1：复跑 seed123 10k 诊断，观察 update_norm 是否仍显著偏低。</a:t>
            </a:r>
            <a:endParaRPr lang="en-US" sz="1140" dirty="0"/>
          </a:p>
          <a:p>
            <a:pPr marL="127000" indent="-127000">
              <a:buSzPct val="100000"/>
              <a:buChar char="•"/>
            </a:pPr>
            <a:r>
              <a:rPr lang="en-US" sz="114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 P2：补 seed7/2024，形成 3+ seeds 的均值/标准差。</a:t>
            </a:r>
            <a:endParaRPr lang="en-US" sz="1140" dirty="0"/>
          </a:p>
        </p:txBody>
      </p:sp>
      <p:pic>
        <p:nvPicPr>
          <p:cNvPr id="6" name="Image 0" descr="/mnt/data/phase2_tuned_optimizer_report_v3_mon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5294" y="1417320"/>
            <a:ext cx="2845933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Optimizer Study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阶段实验总结：AdamW vs Muon</dc:title>
  <dc:subject>Optimizer experiment report</dc:subject>
  <dc:creator>OpenAI</dc:creator>
  <cp:lastModifiedBy>OpenAI</cp:lastModifiedBy>
  <cp:revision>1</cp:revision>
  <dcterms:created xsi:type="dcterms:W3CDTF">2026-06-17T07:51:27Z</dcterms:created>
  <dcterms:modified xsi:type="dcterms:W3CDTF">2026-06-17T07:51:27Z</dcterms:modified>
</cp:coreProperties>
</file>