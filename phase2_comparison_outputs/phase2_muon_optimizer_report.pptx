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2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阶段二：Muon 优化器实验汇报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AdamW baseline 对比 · Muon 学习率敏感性 · 下一步实验规划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主结果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5.1705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7.5e-4 best val loss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2900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 AdamW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↓15.14%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29000" y="3758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PPL reduction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训练预算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50k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17920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same model / data / steps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15400" y="2971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5400" y="3273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−16.5%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915400" y="3758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median tokens/s vs AdamW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结论边界：调优后的 Muon 优于当前 AdamW baseline；还需补充 AdamW LR sweep 和 Muon aux-lr 消融。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31520" y="58338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模型：L8-H8-D512 · batch=8 · block=256 · WikiText-style pretraining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实验设置：把优化器作为唯一主变量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共同设置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411480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模型：L8-H8-D512，约 51M 参数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411480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训练预算：50,000 step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94360" y="2660904"/>
            <a:ext cx="411480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batch size = 8，block size = 256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3054096"/>
            <a:ext cx="411480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调度：warmup 4000 + cosine decay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94360" y="3447288"/>
            <a:ext cx="411480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验证：每 500 step 评估一次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三组正式 Run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Peak LR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AdamW L8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AdamW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926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1.5e-4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1.5e-4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hybrid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1.5e-4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7.5e-4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hybrid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926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7.5e-4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关键对照逻辑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00600" y="4709160"/>
            <a:ext cx="6675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AdamW vs Muon 1.5e-4：同学习率直接比较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00600" y="5102352"/>
            <a:ext cx="6675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1.5e-4 vs 7.5e-4：验证学习率敏感性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5495544"/>
            <a:ext cx="6675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AdamW vs Muon 7.5e-4：调优后主结果比较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结果总览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核心结果：调优后的 Muon 超过当前 AdamW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 Val Loss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 PPL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8932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Final Train Loss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Median tok/s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1041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AdamW L8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5.3346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207.39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5.5276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17,382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10412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3174 MB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1.5e-4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603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5.6711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290.34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93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5.8641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13,559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0412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3070 MB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7.5e-4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5.1705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48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175.99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932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5.3285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14,514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1041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3070 MB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3977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 loss 相对 AdamW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↓3.08%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822960" y="4764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5.3346 → 5.1705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11880" y="3977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PPL 相对 AdamW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1188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↓15.14%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3611880" y="4764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207.39 → 175.99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46520" y="3977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Train loss 相对 AdamW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↓3.60%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6446520" y="4764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5.5276 → 5.3285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32688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Median tok/s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326880" y="4279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−16.50%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9326880" y="4764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slower per step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一句话结论：Muon 不是直接替换即胜出，而是需要独立学习率调优；调优后指标全面领先。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loss / perplexity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验证集表现：Muon 7.5e-4 全程领先</a:t>
            </a:r>
            <a:endParaRPr lang="en-US" sz="2800" dirty="0"/>
          </a:p>
        </p:txBody>
      </p:sp>
      <p:pic>
        <p:nvPicPr>
          <p:cNvPr id="4" name="Image 0" descr="/mnt/data/val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97660"/>
            <a:ext cx="5532120" cy="3196336"/>
          </a:xfrm>
          <a:prstGeom prst="rect">
            <a:avLst/>
          </a:prstGeom>
        </p:spPr>
      </p:pic>
      <p:pic>
        <p:nvPicPr>
          <p:cNvPr id="5" name="Image 1" descr="/mnt/data/val_pp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50492"/>
            <a:ext cx="5349240" cy="3090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5440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103120" y="5376672"/>
            <a:ext cx="987552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三组 best step 均为 50k，未出现验证集反弹。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2103120" y="5687568"/>
            <a:ext cx="987552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7.5e-4 的 val loss 与 PPL 均低于 AdamW。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2103120" y="5998464"/>
            <a:ext cx="987552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1.5e-4 明显落后，说明直接复用 AdamW LR 不合适。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Training loss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训练集表现：优势不是验证集偶然波动</a:t>
            </a:r>
            <a:endParaRPr lang="en-US" sz="2800" dirty="0"/>
          </a:p>
        </p:txBody>
      </p:sp>
      <p:pic>
        <p:nvPicPr>
          <p:cNvPr id="4" name="Image 0" descr="/mnt/data/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0424"/>
            <a:ext cx="7635240" cy="4411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10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41080" y="1874520"/>
            <a:ext cx="29718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7.5e-4 的训练损失全程低于 AdamW 与低 LR Muon。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41080" y="2404872"/>
            <a:ext cx="29718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后 200 步平均 train loss：5.2440，低于 AdamW 的 5.4215。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41080" y="2935224"/>
            <a:ext cx="29718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这说明优化更充分，而不是最后一次验证的偶然优势。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4108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对报告的含义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1080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66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可以把 Muon 的优势表述为“训练与验证指标同步改善”。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 schedule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学习率敏感性：Muon 的关键超参数不是 AdamW 的复制品</a:t>
            </a:r>
            <a:endParaRPr lang="en-US" sz="2800" dirty="0"/>
          </a:p>
        </p:txBody>
      </p:sp>
      <p:pic>
        <p:nvPicPr>
          <p:cNvPr id="4" name="Image 0" descr="/mnt/data/l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9052"/>
            <a:ext cx="5760720" cy="3328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Muon 短程调参轨迹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7208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582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37260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 loss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46988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 PPL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lr=3e-4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58200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7260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6.1684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46988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477.41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2084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lr=5e-4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58200" y="2724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7260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5.9771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46988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394.30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lr=7.5e-4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582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72600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5.8523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469880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348.05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2084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lr=7.5e-4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458200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3726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5.1705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4698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175.99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4315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6720840" y="4773168"/>
            <a:ext cx="49377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同学习率下，Muon 1.5e-4 弱于 AdamW。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720840" y="5157216"/>
            <a:ext cx="49377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提高整体学习率后，Muon 收敛质量持续改善。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720840" y="5541264"/>
            <a:ext cx="49377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因此应报告为 optimizer-specific LR tuning。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Update norm / update ratio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更新动态：低学习率 Muon 的有效更新偏小</a:t>
            </a:r>
            <a:endParaRPr lang="en-US" sz="2800" dirty="0"/>
          </a:p>
        </p:txBody>
      </p:sp>
      <p:pic>
        <p:nvPicPr>
          <p:cNvPr id="4" name="Image 0" descr="/mnt/data/update_norm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4668"/>
            <a:ext cx="5623560" cy="3249168"/>
          </a:xfrm>
          <a:prstGeom prst="rect">
            <a:avLst/>
          </a:prstGeom>
        </p:spPr>
      </p:pic>
      <p:pic>
        <p:nvPicPr>
          <p:cNvPr id="5" name="Image 1" descr="/mnt/data/update_ratio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87500"/>
            <a:ext cx="5440680" cy="31435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5440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机制解释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514600" y="5376672"/>
            <a:ext cx="932688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1.5e-4 的 update ratio 低于 AdamW，参数移动不足。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2514600" y="5687568"/>
            <a:ext cx="932688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7.5e-4 将更新放大到稳定有效区间，loss 同步下降。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2514600" y="5998464"/>
            <a:ext cx="932688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曲线随 cosine decay 平滑回落，没有出现发散信号。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 norm / memory / throughput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稳定性与成本：效果更好，但每步速度更慢</a:t>
            </a:r>
            <a:endParaRPr lang="en-US" sz="2800" dirty="0"/>
          </a:p>
        </p:txBody>
      </p:sp>
      <p:pic>
        <p:nvPicPr>
          <p:cNvPr id="4" name="Image 0" descr="/mnt/data/grad_norm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3848"/>
            <a:ext cx="5166360" cy="2985008"/>
          </a:xfrm>
          <a:prstGeom prst="rect">
            <a:avLst/>
          </a:prstGeom>
        </p:spPr>
      </p:pic>
      <p:pic>
        <p:nvPicPr>
          <p:cNvPr id="5" name="Image 1" descr="/mnt/data/tokens_per_sec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952" y="1170432"/>
            <a:ext cx="5697415" cy="3291840"/>
          </a:xfrm>
          <a:prstGeom prst="rect">
            <a:avLst/>
          </a:prstGeom>
        </p:spPr>
      </p:pic>
      <p:pic>
        <p:nvPicPr>
          <p:cNvPr id="6" name="Image 2" descr="/mnt/data/max_memory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470" y="4645152"/>
            <a:ext cx="2720340" cy="1600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69280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综合判断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5669280" y="5138928"/>
            <a:ext cx="56692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7.5e-4 梯度无爆炸，最终 grad norm 低于低 LR Muon。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669280" y="5486400"/>
            <a:ext cx="56692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显存基本相同，AdamW 略高约 104 MB。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669280" y="5833872"/>
            <a:ext cx="56692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中位吞吐低于 AdamW；吞吐曲线存在系统波动，应单独 benchmark。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How to report rigorously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结论边界：避免过度表述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512064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相同模型、数据、训练预算下，调优后的 Muon 优于当前 AdamW baseline。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512064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Muon 直接复用 AdamW 学习率时表现较差，说明其对学习率高度敏感。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98064"/>
            <a:ext cx="512064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当前优势体现在 validation loss、PPL 与 training loss 上。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暂时不要说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983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“Muon 在所有条件下都优于 AdamW”。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359152"/>
            <a:ext cx="4983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“相同超参数下 Muon 更好”。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798064"/>
            <a:ext cx="4983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“吞吐差异全部来自优化器算法”。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必要补充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492861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AdamW LR sweep、Muon aux-lr 消融、固定随机种子采样、跨 seed 复现实验。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Office PowerPoint</Application>
  <PresentationFormat>宽屏</PresentationFormat>
  <Paragraphs>154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mini_pretrain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阶段二：Muon 优化器实验汇报</dc:title>
  <dc:subject>Phase 2 optimizer comparison: AdamW vs Muon</dc:subject>
  <dc:creator>OpenAI</dc:creator>
  <cp:lastModifiedBy>Mian Wang (SDS,124090618)</cp:lastModifiedBy>
  <cp:revision>2</cp:revision>
  <dcterms:created xsi:type="dcterms:W3CDTF">2026-06-13T07:21:50Z</dcterms:created>
  <dcterms:modified xsi:type="dcterms:W3CDTF">2026-06-13T07:30:53Z</dcterms:modified>
</cp:coreProperties>
</file>